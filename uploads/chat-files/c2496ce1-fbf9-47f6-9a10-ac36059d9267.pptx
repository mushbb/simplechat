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29D6-720A-494F-9389-0A1F1E92056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E7D73-B337-46AD-98B3-C9592EA9E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04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29D6-720A-494F-9389-0A1F1E92056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E7D73-B337-46AD-98B3-C9592EA9E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649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29D6-720A-494F-9389-0A1F1E92056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E7D73-B337-46AD-98B3-C9592EA9E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990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29D6-720A-494F-9389-0A1F1E92056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E7D73-B337-46AD-98B3-C9592EA9E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752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29D6-720A-494F-9389-0A1F1E92056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E7D73-B337-46AD-98B3-C9592EA9E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752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29D6-720A-494F-9389-0A1F1E92056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E7D73-B337-46AD-98B3-C9592EA9E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978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29D6-720A-494F-9389-0A1F1E92056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E7D73-B337-46AD-98B3-C9592EA9E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421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29D6-720A-494F-9389-0A1F1E92056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E7D73-B337-46AD-98B3-C9592EA9E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42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29D6-720A-494F-9389-0A1F1E92056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E7D73-B337-46AD-98B3-C9592EA9E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82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29D6-720A-494F-9389-0A1F1E92056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E7D73-B337-46AD-98B3-C9592EA9E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453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E29D6-720A-494F-9389-0A1F1E92056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E7D73-B337-46AD-98B3-C9592EA9E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844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E29D6-720A-494F-9389-0A1F1E92056D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E7D73-B337-46AD-98B3-C9592EA9E7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01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779329"/>
              </p:ext>
            </p:extLst>
          </p:nvPr>
        </p:nvGraphicFramePr>
        <p:xfrm>
          <a:off x="857541" y="728055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CM_Basic_Info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고객정보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629876"/>
              </p:ext>
            </p:extLst>
          </p:nvPr>
        </p:nvGraphicFramePr>
        <p:xfrm>
          <a:off x="857541" y="1538991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CM_Account_Info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고객계좌정보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387602"/>
              </p:ext>
            </p:extLst>
          </p:nvPr>
        </p:nvGraphicFramePr>
        <p:xfrm>
          <a:off x="3795086" y="728055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DM_In_List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 smtClean="0"/>
                        <a:t>입금내역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43535"/>
              </p:ext>
            </p:extLst>
          </p:nvPr>
        </p:nvGraphicFramePr>
        <p:xfrm>
          <a:off x="3795086" y="1337655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DM_Out_List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 smtClean="0"/>
                        <a:t>출금내역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929735"/>
              </p:ext>
            </p:extLst>
          </p:nvPr>
        </p:nvGraphicFramePr>
        <p:xfrm>
          <a:off x="3795086" y="1947255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DM_Auto_List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자동이체내역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572736"/>
              </p:ext>
            </p:extLst>
          </p:nvPr>
        </p:nvGraphicFramePr>
        <p:xfrm>
          <a:off x="3795086" y="2556855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DM_Reserve_List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예약이체내역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398362"/>
              </p:ext>
            </p:extLst>
          </p:nvPr>
        </p:nvGraphicFramePr>
        <p:xfrm>
          <a:off x="6732631" y="728055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SM_Goods_Info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상품정보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076396"/>
              </p:ext>
            </p:extLst>
          </p:nvPr>
        </p:nvGraphicFramePr>
        <p:xfrm>
          <a:off x="6732631" y="1455101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SM_Goods_Regular</a:t>
                      </a:r>
                      <a:endParaRPr lang="en-US" altLang="ko-KR" sz="10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정기적금정보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017846"/>
              </p:ext>
            </p:extLst>
          </p:nvPr>
        </p:nvGraphicFramePr>
        <p:xfrm>
          <a:off x="6732631" y="2240870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SM_Regular_Period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정기적금 </a:t>
                      </a:r>
                      <a:r>
                        <a:rPr lang="ko-KR" altLang="en-US" sz="1000" dirty="0" err="1" smtClean="0"/>
                        <a:t>유동성기간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689236"/>
              </p:ext>
            </p:extLst>
          </p:nvPr>
        </p:nvGraphicFramePr>
        <p:xfrm>
          <a:off x="6732631" y="2850470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SM_Regular_Amount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정기적금 납입금액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07770"/>
              </p:ext>
            </p:extLst>
          </p:nvPr>
        </p:nvGraphicFramePr>
        <p:xfrm>
          <a:off x="6732631" y="3460070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SM_Goods_Freerole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자율적금정보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873090"/>
              </p:ext>
            </p:extLst>
          </p:nvPr>
        </p:nvGraphicFramePr>
        <p:xfrm>
          <a:off x="6732631" y="4069670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SM_Goods_List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 smtClean="0"/>
                        <a:t>가입내역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cxnSp>
        <p:nvCxnSpPr>
          <p:cNvPr id="31" name="직선 화살표 연결선 30"/>
          <p:cNvCxnSpPr>
            <a:stCxn id="5" idx="2"/>
            <a:endCxn id="6" idx="0"/>
          </p:cNvCxnSpPr>
          <p:nvPr/>
        </p:nvCxnSpPr>
        <p:spPr>
          <a:xfrm>
            <a:off x="1729064" y="1215735"/>
            <a:ext cx="0" cy="323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6" idx="3"/>
            <a:endCxn id="19" idx="1"/>
          </p:cNvCxnSpPr>
          <p:nvPr/>
        </p:nvCxnSpPr>
        <p:spPr>
          <a:xfrm flipV="1">
            <a:off x="2600587" y="1581495"/>
            <a:ext cx="1194499" cy="20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endCxn id="20" idx="1"/>
          </p:cNvCxnSpPr>
          <p:nvPr/>
        </p:nvCxnSpPr>
        <p:spPr>
          <a:xfrm>
            <a:off x="2600587" y="1782831"/>
            <a:ext cx="1194499" cy="408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endCxn id="21" idx="1"/>
          </p:cNvCxnSpPr>
          <p:nvPr/>
        </p:nvCxnSpPr>
        <p:spPr>
          <a:xfrm>
            <a:off x="2600587" y="1782831"/>
            <a:ext cx="1194499" cy="1017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endCxn id="18" idx="1"/>
          </p:cNvCxnSpPr>
          <p:nvPr/>
        </p:nvCxnSpPr>
        <p:spPr>
          <a:xfrm flipV="1">
            <a:off x="2600587" y="971895"/>
            <a:ext cx="1194499" cy="81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22" idx="2"/>
            <a:endCxn id="23" idx="0"/>
          </p:cNvCxnSpPr>
          <p:nvPr/>
        </p:nvCxnSpPr>
        <p:spPr>
          <a:xfrm>
            <a:off x="7604154" y="1215735"/>
            <a:ext cx="0" cy="239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endCxn id="24" idx="0"/>
          </p:cNvCxnSpPr>
          <p:nvPr/>
        </p:nvCxnSpPr>
        <p:spPr>
          <a:xfrm>
            <a:off x="7604154" y="1942781"/>
            <a:ext cx="0" cy="29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>
            <a:endCxn id="25" idx="3"/>
          </p:cNvCxnSpPr>
          <p:nvPr/>
        </p:nvCxnSpPr>
        <p:spPr>
          <a:xfrm rot="16200000" flipH="1">
            <a:off x="7777991" y="2396624"/>
            <a:ext cx="1395370" cy="1"/>
          </a:xfrm>
          <a:prstGeom prst="bentConnector4">
            <a:avLst>
              <a:gd name="adj1" fmla="val -220"/>
              <a:gd name="adj2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22" idx="3"/>
            <a:endCxn id="26" idx="3"/>
          </p:cNvCxnSpPr>
          <p:nvPr/>
        </p:nvCxnSpPr>
        <p:spPr>
          <a:xfrm>
            <a:off x="8475677" y="971895"/>
            <a:ext cx="12700" cy="2732015"/>
          </a:xfrm>
          <a:prstGeom prst="bentConnector3">
            <a:avLst>
              <a:gd name="adj1" fmla="val 37816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 86"/>
          <p:cNvCxnSpPr>
            <a:stCxn id="22" idx="3"/>
            <a:endCxn id="27" idx="3"/>
          </p:cNvCxnSpPr>
          <p:nvPr/>
        </p:nvCxnSpPr>
        <p:spPr>
          <a:xfrm>
            <a:off x="8475677" y="971895"/>
            <a:ext cx="12700" cy="3341615"/>
          </a:xfrm>
          <a:prstGeom prst="bentConnector3">
            <a:avLst>
              <a:gd name="adj1" fmla="val 596147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" name="표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516105"/>
              </p:ext>
            </p:extLst>
          </p:nvPr>
        </p:nvGraphicFramePr>
        <p:xfrm>
          <a:off x="6732629" y="4801190"/>
          <a:ext cx="1743046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3046">
                  <a:extLst>
                    <a:ext uri="{9D8B030D-6E8A-4147-A177-3AD203B41FA5}">
                      <a16:colId xmlns:a16="http://schemas.microsoft.com/office/drawing/2014/main" val="3025571140"/>
                    </a:ext>
                  </a:extLst>
                </a:gridCol>
              </a:tblGrid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 smtClean="0"/>
                        <a:t>SM_Goods_InputList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07712"/>
                  </a:ext>
                </a:extLst>
              </a:tr>
              <a:tr h="2022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 smtClean="0"/>
                        <a:t>회차정보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690842"/>
                  </a:ext>
                </a:extLst>
              </a:tr>
            </a:tbl>
          </a:graphicData>
        </a:graphic>
      </p:graphicFrame>
      <p:sp>
        <p:nvSpPr>
          <p:cNvPr id="94" name="직사각형 93"/>
          <p:cNvSpPr/>
          <p:nvPr/>
        </p:nvSpPr>
        <p:spPr>
          <a:xfrm>
            <a:off x="662730" y="511728"/>
            <a:ext cx="2223083" cy="19232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/>
          <p:cNvSpPr/>
          <p:nvPr/>
        </p:nvSpPr>
        <p:spPr>
          <a:xfrm>
            <a:off x="3517315" y="519448"/>
            <a:ext cx="2223083" cy="27264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>
          <a:xfrm>
            <a:off x="6492610" y="467717"/>
            <a:ext cx="2223083" cy="5027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87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</Words>
  <Application>Microsoft Office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KOPO</dc:creator>
  <cp:lastModifiedBy>KOPO</cp:lastModifiedBy>
  <cp:revision>2</cp:revision>
  <dcterms:created xsi:type="dcterms:W3CDTF">2025-08-29T06:38:11Z</dcterms:created>
  <dcterms:modified xsi:type="dcterms:W3CDTF">2025-08-29T06:45:38Z</dcterms:modified>
</cp:coreProperties>
</file>